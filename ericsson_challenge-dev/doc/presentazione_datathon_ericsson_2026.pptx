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11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 Prompt Libero a Spec-Driven — Cosa Cambia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Prima: '</a:t>
            </a:r>
            <a:r>
              <a:rPr dirty="0" err="1"/>
              <a:t>Aggiungi</a:t>
            </a:r>
            <a:r>
              <a:rPr dirty="0"/>
              <a:t> </a:t>
            </a:r>
            <a:r>
              <a:rPr dirty="0" err="1"/>
              <a:t>questa</a:t>
            </a:r>
            <a:r>
              <a:rPr dirty="0"/>
              <a:t> feature' → output </a:t>
            </a:r>
            <a:r>
              <a:rPr dirty="0" err="1"/>
              <a:t>imprevedibile</a:t>
            </a:r>
            <a:r>
              <a:rPr dirty="0"/>
              <a:t>, non </a:t>
            </a:r>
            <a:r>
              <a:rPr dirty="0" err="1"/>
              <a:t>verificabile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Dopo:  Requirements → Design → Tasks → </a:t>
            </a:r>
            <a:r>
              <a:rPr dirty="0" err="1"/>
              <a:t>Codice</a:t>
            </a:r>
            <a:r>
              <a:rPr dirty="0"/>
              <a:t> → Test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💡 </a:t>
            </a:r>
            <a:r>
              <a:rPr dirty="0" err="1"/>
              <a:t>Momento</a:t>
            </a:r>
            <a:r>
              <a:rPr dirty="0"/>
              <a:t> Aha: MCP Server </a:t>
            </a:r>
            <a:r>
              <a:rPr dirty="0" err="1"/>
              <a:t>sviluppato</a:t>
            </a:r>
            <a:r>
              <a:rPr dirty="0"/>
              <a:t> in 30 </a:t>
            </a:r>
            <a:r>
              <a:rPr dirty="0" err="1"/>
              <a:t>minuti</a:t>
            </a:r>
            <a:r>
              <a:rPr dirty="0"/>
              <a:t>, </a:t>
            </a:r>
            <a:r>
              <a:rPr dirty="0" err="1"/>
              <a:t>funzionante</a:t>
            </a:r>
            <a:r>
              <a:rPr dirty="0"/>
              <a:t> al primo </a:t>
            </a:r>
            <a:r>
              <a:rPr dirty="0" err="1"/>
              <a:t>colpo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    La spec ha </a:t>
            </a:r>
            <a:r>
              <a:rPr dirty="0" err="1"/>
              <a:t>dato</a:t>
            </a:r>
            <a:r>
              <a:rPr dirty="0"/>
              <a:t> a Kiro il </a:t>
            </a:r>
            <a:r>
              <a:rPr dirty="0" err="1"/>
              <a:t>contesto</a:t>
            </a:r>
            <a:r>
              <a:rPr dirty="0"/>
              <a:t> GIUSTO — non </a:t>
            </a:r>
            <a:r>
              <a:rPr dirty="0" err="1"/>
              <a:t>tutto</a:t>
            </a:r>
            <a:r>
              <a:rPr dirty="0"/>
              <a:t> il codebase,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    ma </a:t>
            </a:r>
            <a:r>
              <a:rPr dirty="0" err="1"/>
              <a:t>esattamente</a:t>
            </a:r>
            <a:r>
              <a:rPr dirty="0"/>
              <a:t> </a:t>
            </a:r>
            <a:r>
              <a:rPr dirty="0" err="1"/>
              <a:t>quello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serviva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lang="it-IT" dirty="0"/>
              <a:t>Wow: sia </a:t>
            </a:r>
            <a:r>
              <a:rPr lang="it-IT" dirty="0" err="1"/>
              <a:t>spec</a:t>
            </a:r>
            <a:r>
              <a:rPr lang="it-IT" dirty="0"/>
              <a:t> </a:t>
            </a:r>
            <a:r>
              <a:rPr lang="it-IT" dirty="0" err="1"/>
              <a:t>driven</a:t>
            </a:r>
            <a:r>
              <a:rPr lang="it-IT" dirty="0"/>
              <a:t> con prompt, sia con agent singoli o con </a:t>
            </a:r>
            <a:r>
              <a:rPr lang="it-IT"/>
              <a:t>agent orchestrator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 err="1"/>
              <a:t>Risultati</a:t>
            </a:r>
            <a:r>
              <a:rPr dirty="0"/>
              <a:t> in 2,5 </a:t>
            </a:r>
            <a:r>
              <a:rPr dirty="0" err="1"/>
              <a:t>giorni</a:t>
            </a:r>
            <a:r>
              <a:rPr dirty="0"/>
              <a:t>: 6 UC </a:t>
            </a:r>
            <a:r>
              <a:rPr dirty="0" err="1"/>
              <a:t>completati</a:t>
            </a:r>
            <a:r>
              <a:rPr dirty="0"/>
              <a:t>, 12 </a:t>
            </a:r>
            <a:r>
              <a:rPr dirty="0" err="1"/>
              <a:t>vulnerabilità</a:t>
            </a:r>
            <a:r>
              <a:rPr dirty="0"/>
              <a:t> </a:t>
            </a:r>
            <a:r>
              <a:rPr dirty="0" err="1"/>
              <a:t>risolte</a:t>
            </a:r>
            <a:r>
              <a:rPr dirty="0"/>
              <a:t>,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4 server MCP </a:t>
            </a:r>
            <a:r>
              <a:rPr dirty="0" err="1"/>
              <a:t>interni</a:t>
            </a:r>
            <a:r>
              <a:rPr dirty="0"/>
              <a:t>, 8 </a:t>
            </a:r>
            <a:r>
              <a:rPr dirty="0" err="1"/>
              <a:t>agenti</a:t>
            </a:r>
            <a:r>
              <a:rPr dirty="0"/>
              <a:t> </a:t>
            </a:r>
            <a:r>
              <a:rPr dirty="0" err="1"/>
              <a:t>definiti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Stima: diverse </a:t>
            </a:r>
            <a:r>
              <a:rPr dirty="0" err="1"/>
              <a:t>settimane</a:t>
            </a:r>
            <a:r>
              <a:rPr dirty="0"/>
              <a:t> di </a:t>
            </a:r>
            <a:r>
              <a:rPr dirty="0" err="1"/>
              <a:t>lavoro</a:t>
            </a:r>
            <a:r>
              <a:rPr dirty="0"/>
              <a:t> </a:t>
            </a:r>
            <a:r>
              <a:rPr dirty="0" err="1"/>
              <a:t>tradizionale</a:t>
            </a:r>
            <a:r>
              <a:rPr dirty="0"/>
              <a:t> </a:t>
            </a:r>
            <a:r>
              <a:rPr dirty="0" err="1"/>
              <a:t>compresse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Governance — Controllo senza Burocrazia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✋ Mai usato il tasto 't' (trust all) — sempre human-in-the-loop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✋ Two-step approval sempre attivo per query su database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I guardrails hanno guidato lo sviluppo: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• Nessuna dipendenza senza approvazione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• Credenziali mai nel codice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• Pattern architetturale preservato automaticamente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Non limitano la velocità — prevengono le derive.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Il team mantiene comprensione e controllo su ogni decisione.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Quando l'AI Sbaglia — E Cosa Abbiamo Imparato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⚠️ Problemi di environment (JDK 25 vs Lombok, porte, path)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→ L'AI non conosce il TUO ambiente — serve supervisione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⚠️ Requisiti mancanti (es: createFirstUser senza check DB)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→ L'AI non inventa business logic — il team la definisce nella spec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⚠️ Qualità variabile per modello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→ Switch da 'auto' a Claude 4.6: output più preciso e completo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Lezione chiave: l'AI amplifica la qualità dell'input.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Spec chiara = codice buono. Spec vaga = bug veloce.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Spec-Driven = Collaborazione Naturale con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Le spec nella directory .kiro/ sono file di testo nel repository: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git push → il team condivide requisiti, design, task, guardrails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   git pull → ogni membro ha il contesto aggiornato per Kiro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Vantaggi concreti: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🤞 Configuration control: ogni decisione è tracciata e versionata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👥 Lavoro parallelo: ognuno lavora su UC diversi, la spec è il contratto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🔀 Merge senza conflitti: le spec non si sovrappongono al codice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📋 Review efficace: si verifica il codice CONTRO la spec, non 'a occhio'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Il repository diventa la memoria condivisa del team E dell'agente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 Lesson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1. La spec è il prompt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potente</a:t>
            </a:r>
            <a:r>
              <a:rPr dirty="0"/>
              <a:t> — </a:t>
            </a:r>
            <a:r>
              <a:rPr dirty="0" err="1"/>
              <a:t>requisiti</a:t>
            </a:r>
            <a:r>
              <a:rPr dirty="0"/>
              <a:t> </a:t>
            </a:r>
            <a:r>
              <a:rPr dirty="0" err="1"/>
              <a:t>chiari</a:t>
            </a:r>
            <a:r>
              <a:rPr dirty="0"/>
              <a:t> </a:t>
            </a:r>
            <a:r>
              <a:rPr lang="it-IT" dirty="0"/>
              <a:t>vs.</a:t>
            </a:r>
            <a:r>
              <a:rPr dirty="0"/>
              <a:t> prompt </a:t>
            </a:r>
            <a:r>
              <a:rPr dirty="0" err="1"/>
              <a:t>complessi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2. Garbage In, Garbage Out (ma molto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velocemente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3. I guardrails non </a:t>
            </a:r>
            <a:r>
              <a:rPr dirty="0" err="1"/>
              <a:t>limitano</a:t>
            </a:r>
            <a:r>
              <a:rPr dirty="0"/>
              <a:t>, </a:t>
            </a:r>
            <a:r>
              <a:rPr dirty="0" err="1"/>
              <a:t>guidano</a:t>
            </a:r>
            <a:r>
              <a:rPr dirty="0"/>
              <a:t> — </a:t>
            </a:r>
            <a:r>
              <a:rPr dirty="0" err="1"/>
              <a:t>vincoli</a:t>
            </a:r>
            <a:r>
              <a:rPr dirty="0"/>
              <a:t> = </a:t>
            </a:r>
            <a:r>
              <a:rPr dirty="0" err="1"/>
              <a:t>coerenza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4. La </a:t>
            </a:r>
            <a:r>
              <a:rPr dirty="0" err="1"/>
              <a:t>scelta</a:t>
            </a:r>
            <a:r>
              <a:rPr dirty="0"/>
              <a:t> del </a:t>
            </a:r>
            <a:r>
              <a:rPr dirty="0" err="1"/>
              <a:t>modello</a:t>
            </a:r>
            <a:r>
              <a:rPr dirty="0"/>
              <a:t> è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competenza</a:t>
            </a:r>
            <a:r>
              <a:rPr dirty="0"/>
              <a:t> — non </a:t>
            </a:r>
            <a:r>
              <a:rPr dirty="0" err="1"/>
              <a:t>esiste</a:t>
            </a:r>
            <a:r>
              <a:rPr dirty="0"/>
              <a:t> 'il </a:t>
            </a:r>
            <a:r>
              <a:rPr dirty="0" err="1"/>
              <a:t>migliore</a:t>
            </a:r>
            <a:r>
              <a:rPr dirty="0"/>
              <a:t>'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5. Human-in-the-loop non è un </a:t>
            </a:r>
            <a:r>
              <a:rPr dirty="0" err="1"/>
              <a:t>rallentamento</a:t>
            </a:r>
            <a:r>
              <a:rPr dirty="0"/>
              <a:t> — è </a:t>
            </a:r>
            <a:r>
              <a:rPr dirty="0" err="1"/>
              <a:t>comprensione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/>
              <a:t>Cosa </a:t>
            </a:r>
            <a:r>
              <a:rPr dirty="0" err="1"/>
              <a:t>portiamo</a:t>
            </a:r>
            <a:r>
              <a:rPr dirty="0"/>
              <a:t> a casa: un </a:t>
            </a:r>
            <a:r>
              <a:rPr dirty="0" err="1"/>
              <a:t>metodo</a:t>
            </a:r>
            <a:r>
              <a:rPr dirty="0"/>
              <a:t> di </a:t>
            </a:r>
            <a:r>
              <a:rPr dirty="0" err="1"/>
              <a:t>lavoro</a:t>
            </a:r>
            <a:r>
              <a:rPr dirty="0"/>
              <a:t> con </a:t>
            </a:r>
            <a:r>
              <a:rPr dirty="0" err="1"/>
              <a:t>l'AI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funziona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senza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Due UC a Confronto — Approcci Diversi, Stesso Obiettivo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🔒 UC-S-003 — Endpoint createFirstUser pubblico (Security)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   Approccio: manuale spec/prompt + agent in parallelo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   → Spec scritta a mano, poi Kiro implementa fix + exploit demo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   → Confronto diretto: l'agent produce risultato equivalente in 1/10 del tempo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📊 UC-MCP-003 — MCP Metrics Server + Vulnerability Pipeline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   Approccio: full agent con pipeline integrata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   → Vulnerability analysis → report pre-fix → bugfix → report post-fix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   → Integrazione Prometheus stats dall'endpoint Actuator dell'app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   → Tutto in tempi rapidissimi: dall'idea al server funzionante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Insight: l'agent eccelle quando la pipeline è chiara e sequenziale.</a:t>
            </a:r>
          </a:p>
          <a:p>
            <a:pPr>
              <a:spcAft>
                <a:spcPts val="600"/>
              </a:spcAft>
              <a:defRPr sz="1900">
                <a:solidFill>
                  <a:srgbClr val="212121"/>
                </a:solidFill>
              </a:defRPr>
            </a:pPr>
            <a:r>
              <a:t>Il controllo umano serve per validare i requisiti, non per scrivere codice.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491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Angelo Gaggero</cp:lastModifiedBy>
  <cp:revision>2</cp:revision>
  <dcterms:created xsi:type="dcterms:W3CDTF">2013-01-27T09:14:16Z</dcterms:created>
  <dcterms:modified xsi:type="dcterms:W3CDTF">2026-06-18T11:58:10Z</dcterms:modified>
  <cp:category/>
</cp:coreProperties>
</file>