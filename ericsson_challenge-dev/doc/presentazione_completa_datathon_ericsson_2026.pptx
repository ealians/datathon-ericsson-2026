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DATATHON ERICSSON 2026</a:t>
            </a:r>
          </a:p>
          <a:p>
            <a:pPr algn="ctr">
              <a:defRPr sz="2200">
                <a:solidFill>
                  <a:srgbClr val="BBDEFB"/>
                </a:solidFill>
              </a:defRPr>
            </a:pPr>
            <a:r>
              <a:t>User Profile Management System</a:t>
            </a:r>
            <a:br/>
            <a:r>
              <a:t>Academy Generative AI — Spec-Driven Development con Kiro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1. Panoramica del Progetto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2. Stack Tecnologico &amp; Architettura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3. Use Case Implementati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4. Kiro Way of Work — Approccio Spec-Driven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5. Ecosistema MCP Server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6. Security Hardening (UC-SEC-001)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7. Governance &amp; Guardrails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8. Compliance con il Documento v4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9. WoW Factor &amp;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Panoramica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Applicazione Spring Boot 3.3.5 per gestione profili utente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Autenticazione JWT stateless + Ruoli ADMIN/USER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API REST + Interfaccia web Thymeleaf/Bootstrap 5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Database H2 (dev) / PostgreSQL 16 (docker)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Deploy containerizzato con Docker Compose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Ecosistema MCP Server per integrazione AI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Obiettivo: dimostrare come lo sviluppo AI-driven con Kiro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accelera qualità, sicurezza e governance del codice.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Stack Tecnologico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Java 17 + Spring Boot 3.3.5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Spring Security 6 + JWT (HS512)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Spring Data JPA / Hibernate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H2 (dev) / PostgreSQL 16 (prod)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Maven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Frontend &amp; DevOps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Thymeleaf + Bootstrap 5.3.3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Docker multi-stage build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Docker Compose (orchestrazione)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Python 3.11 (MCP Servers)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Kiro CLI + MCP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Architettura 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Client (Browser / API)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REST Controllers  ←→  Web Controllers (Thymeleaf)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Service Layer (Business Logic)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Repository Layer (Spring Data JPA)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Database (H2 / PostgreSQL)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Filtro JWT intercetta ogni richiesta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Sessioni stateless — nessun stato sul server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Pattern: Controller (interface) → impl → Service → impl →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Use Case Implementati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UC-B-001 — Bugfix: JPA Auditing mancante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UC-SEC-001 — Security Hardening (12 vulnerabilità risolte)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MCP_Server — MCP DB Server (query SQL read-only)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UC-MCP-002 — MCP Docs Server (documentazione interna)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UC-MCP-003 — MCP Metrics Server (Actuator/Prometheus)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 UC-MCP-004 — MCP NL Query Server (H2 con isolation)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📋  UC-MCP-005 — Demo end-to-end governance (specificato)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Totale: 6 UC completati + 1 specificato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Categorie coperte: BUGFIX, SECURITY, 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Kiro Way of Work — Il Metodo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Ogni UC segue il ciclo completo spec-driven: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1. 📋 Requirements  →  .kiro/specs/&lt;uc&gt;/spec.md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2. 🏗️  Design        →  .kiro/specs/&lt;uc&gt;/design.md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3. ✅ Tasks         →  .kiro/specs/&lt;uc&gt;/tasks.md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4. 🔒 Governance    →  Aggiornamento guardrails.md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5. 💻 Implement     →  Codice guidato dalla task list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6. 🧪 Test          →  Verifica acceptance criteria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7. 📖 Review        →  Validazione conformità spec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La spec viene PRIMA del prompt — mai al contrario.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Pipeline Agentica — Agenti Definiti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🧠 orchestrator — coordina il ciclo completo dei UC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🔍 codebase-analyst — analisi architettura e dipendenze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💻 spring-boot-dev — implementazione codice Java/Spring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🧪 spring-boot-tester — generazione test da spec AC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🔒 security-engine — analisi vuln + exploit + fix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📖 doc-writer — documentazione da spec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🔌 mcp_creator — creazione MCP Server Python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📊 mdslides_generator — generazione presentazioni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Ogni agente ha: ruolo, tool abilitati, vincoli di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Ecosistema MCP Server — 4 Server Interni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🗄️  datathon-db — Query SQL read-only su PostgreSQL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Tool: get_schema, query_database, seed_database, clean_database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📄  datathon-docs — Documentazione interna read-only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Tool: list_docs, read_doc, search_docs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📊  datathon-metrics — Metriche Actuator + Dashboard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Tool: health, list_metrics, get_metric, prometheus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🔍  datathon-nl — Query NL su H2 con two-step approval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 Tool: get_schema, nl_query, execute_approved_query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UC-MCP-004 — Isolation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Il server MCP NL opera con 7 garanzie di isolamento: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1. 🛡️ Read-only enforcement — regex blocca ogni keyword non-SELECT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2. ✋ Two-step approval — NL→SQL proposta, poi approvazione esplicita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3. 📁 File-based read-only — volume H2 montato :ro, ACCESS_MODE_DATA=r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4. 🎯 Scope limitato — solo DB H2 dev, mai PostgreSQL produzione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5. 🚫 No data mutation — nessun tool di scrittura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6. 🔒 Container read-only — filesystem in sola lettura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7. ⏱️ Timeout 5s — prevenzione DoS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Documentata in guardrails.md come richiesto dal documento v4.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UC-SEC-001 — 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CRITICAL (3)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JWT secret → variabile d'ambiente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Credenziali DB → env vars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createFirstUser → protetto/disabilitato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HIGH + MEDIUM (9)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Password rimossa da DTO/log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CORS restrittivo (env var)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Validazione Jakarta su LoginDto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Protezione IDOR su edit profilo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API jjwt non-deprecated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Security headers (X-Frame, nosniff)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Password policy (min 8 char)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Signup → DTO (no entity)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Token expiration → 15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Governance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📄 .kiro/steering/guardrails.md — sempre aggiornato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Sezioni documentate: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Scope of Changes — solo modifiche richieste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Dependencies — nessuna aggiunta senza approvazione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Architecture Conventions — layered, pattern rispettato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Security — nessun segreto nel codice, sessioni stateless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Database — no DDL distruttivo, JPA only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NL Query Isolation — strategia completa per UC-MCP-004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Human-in-the-loop: approvazione esplicita per query DB, git push,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operazioni distruttive. Autonomia per generazione codice da spec.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Compliance — Documento v4 Ericsson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✅ Requisiti Soddisfatti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Spec-driven development (ogni UC ha spec.md)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Pipeline agentiche (8 agenti definiti)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Governance documentata (guardrails.md)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MCP Server interni (nessuna dipendenza esterna)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Isolation strategy UC-MCP-004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Strategia documentata (strategy.md)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Docker Compose funzionante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Security hardening sistematico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📊 Copertura Categorie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BUGFIX: 1/7 UC (UC-B-001)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SECURITY: 1/10 UC (12 vuln risolte)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MCP: 4/5 UC (tutti i server interni)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FEATURE: da pianificare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TESTING: da pianificare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DEVOPS: parziale (Docker Compose)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DOC: documentazione presente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🌟 WoW Factor — Elementi Distintivi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1. Ecosistema MCP completo con 4 server interni funzionanti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DB, Docs, Metrics, NL Query — tutti via Docker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2. Two-step approval su UC-MCP-004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Governance enterprise-grade per query NL su DB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3. 12 vulnerabilità risolte in un singolo UC spec-driven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Approccio sistematico: analisi → fix → verifica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4. 8 agenti specializzati con ruoli e vincoli espliciti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Pipeline agentica completa e documentata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5. Guardrails.md come documento vivo di governance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Aggiornato ad ogni UC, distinzione datathon/enterprise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Architettura 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│  docker-compose.yml — 6 servizi orchestrati         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├──────────────┬──────────────┬───────────────────────┤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│  postgres    │  app         │  mcp-server           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│  (PG 16)    │  (Spring)    │  (Python, DB queries)  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├──────────────┼──────────────┼───────────────────────┤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│  mcp-docs   │  mcp-metrics │  mcp-nl               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│  (read-only)│  (Actuator)  │  (H2, read-only)      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└──────────────┴──────────────┴───────────────────────┘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Health check + depends_on per ordine di avvio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Volumi persistenti, container read-only dove possibile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🎯 Spec-Driven &gt; Prompt-Driven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La spec è la definizione di 'fatto' — non il prompt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🔒 Security by Design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Le vulnerabilità si risolvono sistematicamente, non a patch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🔌 MCP come Bridge AI ↔ Codebase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L'AI accede a DB, docs e metriche via protocollo standard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📋 Governance = Maturità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Documentare cosa l'agente può/non può fare è competenza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🐳 Docker-first = Riproducibilità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Ambiente identico per dev, CI e produzione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Domande?</a:t>
            </a:r>
          </a:p>
          <a:p>
            <a:br/>
            <a:pPr algn="ctr">
              <a:defRPr sz="2200">
                <a:solidFill>
                  <a:srgbClr val="BBDEFB"/>
                </a:solidFill>
              </a:defRPr>
            </a:pPr>
            <a:r>
              <a:t>Team Datathon Ericsson 2026</a:t>
            </a:r>
            <a:br/>
            <a:r>
              <a:t>Academy Generative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